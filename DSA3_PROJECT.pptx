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54729-1FE0-F284-B0D8-58A8D3F98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EDC84-C12F-F64D-5D11-2F41218E3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4A1AF-9B1C-17ED-7536-FA80E06D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65722-9757-7E49-C8B9-529A66D8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2CF4-80F1-F23A-255F-16DDB981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45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F600-24F7-4379-F98F-8FE9F5B76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2A0E-FD8D-BBED-DCCC-BA117C9B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E0FE8-7136-13A0-BAA2-BF8BC786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CCD7C-482A-633C-2944-117D9D244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E7F98-321D-13E2-C9B0-2642D36B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43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ACA0B-CD44-1E0B-87AA-F9ADCD32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4FB57-00E1-4325-E79A-4D8E67B30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B0D23-C010-531B-647D-B97DCB578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9E9B4-12D5-D07B-7B68-F884FCE4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9FF56-A57B-D788-8D60-A158ADA58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937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86A5-FB1C-FD03-D497-C3001DDB2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95494-A062-6F4B-273D-E8FE56930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2620D-5C3C-B822-6330-05B5FAD81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EF956-478E-C703-86B2-4D4356BCB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6078A-2A91-694F-AB59-62B7EC19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ED84A-5042-E38A-08EE-E31ED8A5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79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762D-9733-5474-78C1-49FFB3163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72C0F-9C48-0FAE-6114-A87A87CB7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3BB5A-72BC-D39D-B290-8AEADC88E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2ED80-FB68-BAC8-5A78-7F708B33E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55697-0DD5-FA58-ED15-77AD759B9C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BED9D7-7320-9EF6-DE6E-F6E63A65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4155A-84E4-B535-A79E-C0B3D64A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9C108-D71E-3273-7869-21487CF92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488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CC39-1620-1653-120A-AFB26477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E049C8-53F2-37E3-34C1-B910353AB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81FAB-6AEC-EA63-22ED-B031DD9AE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ECD47-4476-8686-BBCD-294460A0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273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2551D-6CB1-4E95-8D32-06C216EF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9F0C3C-0942-604C-3F82-A5313390C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009A2-B801-4BB5-4F67-E2210C7E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3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49D97-4594-A725-1E2C-BACF27F9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487F0-0220-EF9A-AA02-2BD2C216E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376C0-98D3-84BF-18C1-21458E118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78FC5-E987-D3F2-C367-EA64BDEFA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69812-D3E5-59F5-5CBA-9E6B43404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FFB4C-0343-E2E7-0429-4629FE8D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425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CE94-4C02-A22B-5DB5-1A622F4B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6AEA5D-1A8C-3047-CAB8-10DBC3F67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8A3EB-E550-5650-3E2C-7A72611DE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599D6-6C00-8A54-8D8B-32B280A5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AF0B0-BA89-39B4-C9A5-378E87BCD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B33EE-7D6E-71CE-A6A6-FCD4C7B71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564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37F1-6811-7756-F38E-7EFB6FDB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C07F5-432F-0A9F-8653-2BD9C754E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FCBBB-17FF-A757-D1E2-680907D7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8EA28-B1F6-1315-4A93-F834C112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CD48A-8927-8AFC-B50C-93FC48F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106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DBBD95-B401-2700-30F8-21AECCDED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5DB1-31FE-6D8A-2E5C-80BEBEAD6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402F6-DA86-1CFC-96FF-D4491482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D669-6F51-35E8-9743-D1BBA833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6AED2-E699-824E-FF6B-21DF2ACF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87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04DC9-D485-6572-0427-C1E63EA9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B7552-5E1D-A3A4-B420-18D12D52B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01CBE-151E-909D-D0FB-DFD3AA053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0A8FC-5DB3-4264-98FE-3EFD867EA84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AFEA-8648-9B97-5D1E-FDA176B94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CEEA7-0DB7-C7D3-3215-A3162DF95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40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199E-3C57-7CEA-B001-17AFD4234C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b="1" dirty="0"/>
              <a:t>Bioinformatics Sequence Alignment Management System (BSAMS)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4B1BC-AAA4-B9F0-50E8-58251FB77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3296" y="5029200"/>
            <a:ext cx="4014216" cy="1828800"/>
          </a:xfrm>
        </p:spPr>
        <p:txBody>
          <a:bodyPr/>
          <a:lstStyle/>
          <a:p>
            <a:r>
              <a:rPr lang="en-US" dirty="0"/>
              <a:t>Team Members:</a:t>
            </a:r>
          </a:p>
          <a:p>
            <a:r>
              <a:rPr lang="en-US" dirty="0"/>
              <a:t>2520030417  -  </a:t>
            </a:r>
            <a:r>
              <a:rPr lang="en-US" dirty="0" err="1"/>
              <a:t>P.Pavan</a:t>
            </a:r>
            <a:r>
              <a:rPr lang="en-US" dirty="0"/>
              <a:t> Sai</a:t>
            </a:r>
          </a:p>
          <a:p>
            <a:r>
              <a:rPr lang="en-US" dirty="0"/>
              <a:t>2520030570  -  </a:t>
            </a:r>
            <a:r>
              <a:rPr lang="en-US" dirty="0" err="1"/>
              <a:t>T.Akilesh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277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F6EA-8CDE-B5AE-6670-F58C19F3E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99098-69DF-48C3-4400-B0B4ED217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A computational software tool designed to perform optimal global sequence alignment for DNA and protein sequences.</a:t>
            </a:r>
          </a:p>
          <a:p>
            <a:r>
              <a:rPr lang="en-IN" sz="2400" dirty="0"/>
              <a:t>Implements the Needleman–Wunsch algorithm using dynamic programming to guarantee the mathematically optimal alignment.</a:t>
            </a:r>
          </a:p>
          <a:p>
            <a:r>
              <a:rPr lang="en-IN" sz="2400" dirty="0"/>
              <a:t>Calculates accurate alignment scores, applies customizable gap penalties, and utilizes specialized scoring matrices (such as BLOSUM/PAM for proteins).</a:t>
            </a:r>
          </a:p>
          <a:p>
            <a:r>
              <a:rPr lang="en-IN" sz="2400" dirty="0"/>
              <a:t>Provides a reliable framework for researchers and students to </a:t>
            </a:r>
            <a:r>
              <a:rPr lang="en-IN" sz="2400" dirty="0" err="1"/>
              <a:t>analyze</a:t>
            </a:r>
            <a:r>
              <a:rPr lang="en-IN" sz="2400" dirty="0"/>
              <a:t> sequence homology, evolutionary relationships, and genetic variations efficiently.</a:t>
            </a:r>
          </a:p>
        </p:txBody>
      </p:sp>
    </p:spTree>
    <p:extLst>
      <p:ext uri="{BB962C8B-B14F-4D97-AF65-F5344CB8AC3E}">
        <p14:creationId xmlns:p14="http://schemas.microsoft.com/office/powerpoint/2010/main" val="353461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7CA7D-B48B-DEC9-1F9C-28351E99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8F9B9-5544-A5CD-1C31-AFE125D32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Comparing biological sequences (DNA and proteins) is crucial for identifying genetic mutations, gene functions, and evolutionary ancestry.</a:t>
            </a:r>
          </a:p>
          <a:p>
            <a:r>
              <a:rPr lang="en-IN" sz="2400" dirty="0"/>
              <a:t>Mutations introduce insertions, deletions, and substitutions, making simple side-by-side visual comparisons inaccurate and impossible for long sequences.</a:t>
            </a:r>
          </a:p>
          <a:p>
            <a:r>
              <a:rPr lang="en-IN" sz="2400" dirty="0"/>
              <a:t>Manual calculation is too slow and error-prone due to combinatorial complexity.</a:t>
            </a:r>
          </a:p>
          <a:p>
            <a:r>
              <a:rPr lang="en-IN" sz="2400" dirty="0"/>
              <a:t>Build an automated management system that systematically calculates optimal alignments, handles gap penalties, and visualizes matches without human error.</a:t>
            </a:r>
          </a:p>
        </p:txBody>
      </p:sp>
    </p:spTree>
    <p:extLst>
      <p:ext uri="{BB962C8B-B14F-4D97-AF65-F5344CB8AC3E}">
        <p14:creationId xmlns:p14="http://schemas.microsoft.com/office/powerpoint/2010/main" val="312100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B8CF5-97C8-B221-20D2-99EB30018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F6F75-C683-C610-E171-22A427D96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808" y="1920241"/>
            <a:ext cx="10603992" cy="4256722"/>
          </a:xfrm>
        </p:spPr>
        <p:txBody>
          <a:bodyPr>
            <a:normAutofit/>
          </a:bodyPr>
          <a:lstStyle/>
          <a:p>
            <a:r>
              <a:rPr lang="en-IN" sz="2400" dirty="0"/>
              <a:t>Processes both nucleotide (DNA/RNA) and amino acid (protein) sequences.</a:t>
            </a:r>
          </a:p>
          <a:p>
            <a:r>
              <a:rPr lang="en-IN" sz="2400" dirty="0"/>
              <a:t>Computes the Needleman–Wunsch scoring matrix and executes traceback to find the best alignment path.</a:t>
            </a:r>
          </a:p>
          <a:p>
            <a:r>
              <a:rPr lang="en-IN" sz="2400" dirty="0"/>
              <a:t>Allows users to define custom match scores, mismatch penalties, and gap penalty values.</a:t>
            </a:r>
          </a:p>
          <a:p>
            <a:r>
              <a:rPr lang="en-IN" sz="2400" dirty="0"/>
              <a:t>Generates precise numerical alignment scores to measure similarity and sequence identity.</a:t>
            </a:r>
          </a:p>
          <a:p>
            <a:r>
              <a:rPr lang="en-IN" sz="2400" dirty="0"/>
              <a:t>Provides clear visual representations of matched regions and final alignments for easy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89968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FF404-BD62-EE2E-483C-044E8F60B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643A4-87FE-80CD-7A76-C3F004724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561"/>
            <a:ext cx="10515600" cy="3982402"/>
          </a:xfrm>
        </p:spPr>
        <p:txBody>
          <a:bodyPr>
            <a:normAutofit/>
          </a:bodyPr>
          <a:lstStyle/>
          <a:p>
            <a:pPr lvl="0"/>
            <a:r>
              <a:rPr lang="en-IN" sz="2400" b="1" dirty="0"/>
              <a:t>Programming Language:</a:t>
            </a:r>
            <a:r>
              <a:rPr lang="en-IN" sz="2400" dirty="0"/>
              <a:t> Java (implementing core Data Structures like 2D Arrays / Lists for the dynamic programming table)</a:t>
            </a:r>
          </a:p>
          <a:p>
            <a:pPr lvl="0"/>
            <a:r>
              <a:rPr lang="en-IN" sz="2400" b="1" dirty="0"/>
              <a:t>Core Logic:</a:t>
            </a:r>
            <a:r>
              <a:rPr lang="en-IN" sz="2400" dirty="0"/>
              <a:t> Object-Oriented Programming (OOP) with custom classes for sequences, scoring matrices, and traceback paths.</a:t>
            </a:r>
          </a:p>
          <a:p>
            <a:pPr lvl="0"/>
            <a:r>
              <a:rPr lang="en-IN" sz="2400" b="1" dirty="0"/>
              <a:t>Data Structures:</a:t>
            </a:r>
            <a:r>
              <a:rPr lang="en-IN" sz="2400" dirty="0"/>
              <a:t> 2D Arrays (</a:t>
            </a:r>
            <a:r>
              <a:rPr lang="en-IN" dirty="0"/>
              <a:t>int[][]</a:t>
            </a:r>
            <a:r>
              <a:rPr lang="en-IN" sz="2400" dirty="0"/>
              <a:t>) for the scoring matrix and Stack/List for tracing back the optimal alignment path.</a:t>
            </a:r>
          </a:p>
          <a:p>
            <a:pPr lvl="0"/>
            <a:r>
              <a:rPr lang="en-IN" sz="2400" b="1" dirty="0"/>
              <a:t>User Interface:</a:t>
            </a:r>
            <a:r>
              <a:rPr lang="en-IN" sz="2400" dirty="0"/>
              <a:t> Java Swing / JavaFX (or a clean Console/Command-Line Interface if it's a backend DSA project).</a:t>
            </a:r>
          </a:p>
        </p:txBody>
      </p:sp>
    </p:spTree>
    <p:extLst>
      <p:ext uri="{BB962C8B-B14F-4D97-AF65-F5344CB8AC3E}">
        <p14:creationId xmlns:p14="http://schemas.microsoft.com/office/powerpoint/2010/main" val="2319348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E5DF-5E94-4D38-E183-9A469A2DA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8FE08-67BD-6C1B-5087-15DF438FC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194559"/>
            <a:ext cx="10741152" cy="3982403"/>
          </a:xfrm>
        </p:spPr>
        <p:txBody>
          <a:bodyPr/>
          <a:lstStyle/>
          <a:p>
            <a:pPr lvl="0"/>
            <a:r>
              <a:rPr lang="en-IN" sz="2400" b="1" dirty="0"/>
              <a:t>Functional Software:</a:t>
            </a:r>
            <a:r>
              <a:rPr lang="en-IN" sz="2400" dirty="0"/>
              <a:t> A fully operational application capable of taking two input sequences and returning an accurate global alignment.</a:t>
            </a:r>
          </a:p>
          <a:p>
            <a:pPr lvl="0"/>
            <a:r>
              <a:rPr lang="en-IN" sz="2400" b="1" dirty="0"/>
              <a:t>Optimal Results:</a:t>
            </a:r>
            <a:r>
              <a:rPr lang="en-IN" sz="2400" dirty="0"/>
              <a:t> Guaranteed mathematical optimization backed by precise alignment scores and clear gap management.</a:t>
            </a:r>
          </a:p>
          <a:p>
            <a:pPr lvl="0"/>
            <a:r>
              <a:rPr lang="en-IN" sz="2400" b="1" dirty="0"/>
              <a:t>Visual Representation:</a:t>
            </a:r>
            <a:r>
              <a:rPr lang="en-IN" sz="2400" dirty="0"/>
              <a:t> Graphical plots of the dynamic programming matrix and color-coded sequence matches.</a:t>
            </a:r>
          </a:p>
          <a:p>
            <a:pPr lvl="0"/>
            <a:r>
              <a:rPr lang="en-IN" sz="2400" b="1" dirty="0"/>
              <a:t>Practical Value:</a:t>
            </a:r>
            <a:r>
              <a:rPr lang="en-IN" sz="2400" dirty="0"/>
              <a:t> A robust demonstration of dynamic programming in computational biology, serving as a solid tool for academic and research 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1878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424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Bioinformatics Sequence Alignment Management System (BSAMS)</vt:lpstr>
      <vt:lpstr>Abstract  </vt:lpstr>
      <vt:lpstr>Problem Statement</vt:lpstr>
      <vt:lpstr>Proposed Functionalities</vt:lpstr>
      <vt:lpstr>Tools and Technologies</vt:lpstr>
      <vt:lpstr>Expected 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Sai</dc:creator>
  <cp:lastModifiedBy>Pavan Sai</cp:lastModifiedBy>
  <cp:revision>3</cp:revision>
  <dcterms:created xsi:type="dcterms:W3CDTF">2026-08-20T04:00:54Z</dcterms:created>
  <dcterms:modified xsi:type="dcterms:W3CDTF">2026-08-20T05:06:24Z</dcterms:modified>
</cp:coreProperties>
</file>